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League Spartan" charset="1" panose="00000800000000000000"/>
      <p:regular r:id="rId22"/>
    </p:embeddedFont>
    <p:embeddedFont>
      <p:font typeface="Open Sans" charset="1" panose="020B0606030504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14850" y="-258288"/>
            <a:ext cx="9258300" cy="11052788"/>
          </a:xfrm>
          <a:custGeom>
            <a:avLst/>
            <a:gdLst/>
            <a:ahLst/>
            <a:cxnLst/>
            <a:rect r="r" b="b" t="t" l="l"/>
            <a:pathLst>
              <a:path h="11052788" w="9258300">
                <a:moveTo>
                  <a:pt x="0" y="0"/>
                </a:moveTo>
                <a:lnTo>
                  <a:pt x="9258300" y="0"/>
                </a:lnTo>
                <a:lnTo>
                  <a:pt x="9258300" y="11052788"/>
                </a:lnTo>
                <a:lnTo>
                  <a:pt x="0" y="11052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691" t="0" r="-9691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3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3869" y="-1439217"/>
            <a:ext cx="3842054" cy="384205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2402837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-2348669" y="5143500"/>
            <a:ext cx="6754738" cy="675473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369173" y="8368173"/>
            <a:ext cx="1918827" cy="1918827"/>
          </a:xfrm>
          <a:custGeom>
            <a:avLst/>
            <a:gdLst/>
            <a:ahLst/>
            <a:cxnLst/>
            <a:rect r="r" b="b" t="t" l="l"/>
            <a:pathLst>
              <a:path h="1918827" w="1918827">
                <a:moveTo>
                  <a:pt x="0" y="0"/>
                </a:moveTo>
                <a:lnTo>
                  <a:pt x="1918827" y="0"/>
                </a:lnTo>
                <a:lnTo>
                  <a:pt x="1918827" y="1918827"/>
                </a:lnTo>
                <a:lnTo>
                  <a:pt x="0" y="1918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96387" y="866775"/>
            <a:ext cx="16095226" cy="151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C’est quoi Saumon Engine 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50932" y="3387088"/>
            <a:ext cx="10986135" cy="2867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° Un moteur de jeu 2D destiné aux débutants</a:t>
            </a:r>
          </a:p>
          <a:p>
            <a:pPr algn="l">
              <a:lnSpc>
                <a:spcPts val="5739"/>
              </a:lnSpc>
            </a:pPr>
          </a:p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° Des méthodes génériques pour palier à</a:t>
            </a:r>
          </a:p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toute les éventualités 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1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3869" y="-1439217"/>
            <a:ext cx="3842054" cy="384205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2402837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-2348669" y="5143500"/>
            <a:ext cx="6754738" cy="675473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369173" y="8368173"/>
            <a:ext cx="1918827" cy="1918827"/>
          </a:xfrm>
          <a:custGeom>
            <a:avLst/>
            <a:gdLst/>
            <a:ahLst/>
            <a:cxnLst/>
            <a:rect r="r" b="b" t="t" l="l"/>
            <a:pathLst>
              <a:path h="1918827" w="1918827">
                <a:moveTo>
                  <a:pt x="0" y="0"/>
                </a:moveTo>
                <a:lnTo>
                  <a:pt x="1918827" y="0"/>
                </a:lnTo>
                <a:lnTo>
                  <a:pt x="1918827" y="1918827"/>
                </a:lnTo>
                <a:lnTo>
                  <a:pt x="0" y="1918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66965" y="866775"/>
            <a:ext cx="8754070" cy="151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Les contraintes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21869" y="3446922"/>
            <a:ext cx="11244262" cy="492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FDFC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° Une semaine de délai pour le réaliser</a:t>
            </a:r>
          </a:p>
          <a:p>
            <a:pPr algn="ctr">
              <a:lnSpc>
                <a:spcPts val="4899"/>
              </a:lnSpc>
            </a:pPr>
          </a:p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FDFC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° Une architecture soignée</a:t>
            </a:r>
          </a:p>
          <a:p>
            <a:pPr algn="ctr">
              <a:lnSpc>
                <a:spcPts val="4899"/>
              </a:lnSpc>
            </a:pPr>
          </a:p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FDFC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° Une bonne encapsulation</a:t>
            </a:r>
          </a:p>
          <a:p>
            <a:pPr algn="ctr">
              <a:lnSpc>
                <a:spcPts val="4899"/>
              </a:lnSpc>
            </a:pPr>
          </a:p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FDFC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° Une bonne gestion du temps et de la répartition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DFC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du travail dans l’équipe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3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3869" y="-1439217"/>
            <a:ext cx="3842054" cy="384205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2402837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-2348669" y="5143500"/>
            <a:ext cx="6754738" cy="675473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369173" y="8368173"/>
            <a:ext cx="1918827" cy="1918827"/>
          </a:xfrm>
          <a:custGeom>
            <a:avLst/>
            <a:gdLst/>
            <a:ahLst/>
            <a:cxnLst/>
            <a:rect r="r" b="b" t="t" l="l"/>
            <a:pathLst>
              <a:path h="1918827" w="1918827">
                <a:moveTo>
                  <a:pt x="0" y="0"/>
                </a:moveTo>
                <a:lnTo>
                  <a:pt x="1918827" y="0"/>
                </a:lnTo>
                <a:lnTo>
                  <a:pt x="1918827" y="1918827"/>
                </a:lnTo>
                <a:lnTo>
                  <a:pt x="0" y="1918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05033" y="866775"/>
            <a:ext cx="7277934" cy="151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Les Objectifs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60552" y="4229726"/>
            <a:ext cx="11366897" cy="306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FDFC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° Réalisation d’un moteur de création de jeu 2D</a:t>
            </a:r>
          </a:p>
          <a:p>
            <a:pPr algn="ctr">
              <a:lnSpc>
                <a:spcPts val="4899"/>
              </a:lnSpc>
            </a:pPr>
          </a:p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FDFC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° Un rendu final exploitable</a:t>
            </a:r>
          </a:p>
          <a:p>
            <a:pPr algn="ctr">
              <a:lnSpc>
                <a:spcPts val="4899"/>
              </a:lnSpc>
            </a:pP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DFC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° Un moteur capable de s’adapter aux utilisateurs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1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3869" y="-1439217"/>
            <a:ext cx="3842054" cy="384205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2402837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-2348669" y="5143500"/>
            <a:ext cx="6754738" cy="675473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369173" y="8368173"/>
            <a:ext cx="1918827" cy="1918827"/>
          </a:xfrm>
          <a:custGeom>
            <a:avLst/>
            <a:gdLst/>
            <a:ahLst/>
            <a:cxnLst/>
            <a:rect r="r" b="b" t="t" l="l"/>
            <a:pathLst>
              <a:path h="1918827" w="1918827">
                <a:moveTo>
                  <a:pt x="0" y="0"/>
                </a:moveTo>
                <a:lnTo>
                  <a:pt x="1918827" y="0"/>
                </a:lnTo>
                <a:lnTo>
                  <a:pt x="1918827" y="1918827"/>
                </a:lnTo>
                <a:lnTo>
                  <a:pt x="0" y="1918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5552" y="3909122"/>
            <a:ext cx="10487571" cy="5164197"/>
            <a:chOff x="0" y="0"/>
            <a:chExt cx="2762159" cy="13601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62159" cy="1360118"/>
            </a:xfrm>
            <a:custGeom>
              <a:avLst/>
              <a:gdLst/>
              <a:ahLst/>
              <a:cxnLst/>
              <a:rect r="r" b="b" t="t" l="l"/>
              <a:pathLst>
                <a:path h="1360118" w="2762159">
                  <a:moveTo>
                    <a:pt x="12549" y="0"/>
                  </a:moveTo>
                  <a:lnTo>
                    <a:pt x="2749609" y="0"/>
                  </a:lnTo>
                  <a:cubicBezTo>
                    <a:pt x="2752938" y="0"/>
                    <a:pt x="2756130" y="1322"/>
                    <a:pt x="2758483" y="3676"/>
                  </a:cubicBezTo>
                  <a:cubicBezTo>
                    <a:pt x="2760837" y="6029"/>
                    <a:pt x="2762159" y="9221"/>
                    <a:pt x="2762159" y="12549"/>
                  </a:cubicBezTo>
                  <a:lnTo>
                    <a:pt x="2762159" y="1347568"/>
                  </a:lnTo>
                  <a:cubicBezTo>
                    <a:pt x="2762159" y="1350897"/>
                    <a:pt x="2760837" y="1354089"/>
                    <a:pt x="2758483" y="1356442"/>
                  </a:cubicBezTo>
                  <a:cubicBezTo>
                    <a:pt x="2756130" y="1358796"/>
                    <a:pt x="2752938" y="1360118"/>
                    <a:pt x="2749609" y="1360118"/>
                  </a:cubicBezTo>
                  <a:lnTo>
                    <a:pt x="12549" y="1360118"/>
                  </a:lnTo>
                  <a:cubicBezTo>
                    <a:pt x="9221" y="1360118"/>
                    <a:pt x="6029" y="1358796"/>
                    <a:pt x="3676" y="1356442"/>
                  </a:cubicBezTo>
                  <a:cubicBezTo>
                    <a:pt x="1322" y="1354089"/>
                    <a:pt x="0" y="1350897"/>
                    <a:pt x="0" y="1347568"/>
                  </a:cubicBezTo>
                  <a:lnTo>
                    <a:pt x="0" y="12549"/>
                  </a:lnTo>
                  <a:cubicBezTo>
                    <a:pt x="0" y="9221"/>
                    <a:pt x="1322" y="6029"/>
                    <a:pt x="3676" y="3676"/>
                  </a:cubicBezTo>
                  <a:cubicBezTo>
                    <a:pt x="6029" y="1322"/>
                    <a:pt x="9221" y="0"/>
                    <a:pt x="12549" y="0"/>
                  </a:cubicBezTo>
                  <a:close/>
                </a:path>
              </a:pathLst>
            </a:custGeom>
            <a:solidFill>
              <a:srgbClr val="FDFC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62159" cy="1398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465162" y="3909122"/>
            <a:ext cx="10268352" cy="5164197"/>
          </a:xfrm>
          <a:custGeom>
            <a:avLst/>
            <a:gdLst/>
            <a:ahLst/>
            <a:cxnLst/>
            <a:rect r="r" b="b" t="t" l="l"/>
            <a:pathLst>
              <a:path h="5164197" w="10268352">
                <a:moveTo>
                  <a:pt x="0" y="0"/>
                </a:moveTo>
                <a:lnTo>
                  <a:pt x="10268351" y="0"/>
                </a:lnTo>
                <a:lnTo>
                  <a:pt x="10268351" y="5164197"/>
                </a:lnTo>
                <a:lnTo>
                  <a:pt x="0" y="5164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84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69009" y="866775"/>
            <a:ext cx="14149983" cy="151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I/La naissance du projet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98296" y="2870230"/>
            <a:ext cx="11691408" cy="52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DFC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Croissance du marché des jeux indépendants (2020-2025)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3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3869" y="-1439217"/>
            <a:ext cx="3842054" cy="384205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2402837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-2348669" y="5143500"/>
            <a:ext cx="6754738" cy="675473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369173" y="8368173"/>
            <a:ext cx="1918827" cy="1918827"/>
          </a:xfrm>
          <a:custGeom>
            <a:avLst/>
            <a:gdLst/>
            <a:ahLst/>
            <a:cxnLst/>
            <a:rect r="r" b="b" t="t" l="l"/>
            <a:pathLst>
              <a:path h="1918827" w="1918827">
                <a:moveTo>
                  <a:pt x="0" y="0"/>
                </a:moveTo>
                <a:lnTo>
                  <a:pt x="1918827" y="0"/>
                </a:lnTo>
                <a:lnTo>
                  <a:pt x="1918827" y="1918827"/>
                </a:lnTo>
                <a:lnTo>
                  <a:pt x="0" y="1918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834731" y="866775"/>
            <a:ext cx="8618537" cy="151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Les possibilités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90095" y="4822999"/>
            <a:ext cx="890781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Place à la démonstration !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1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3869" y="-1439217"/>
            <a:ext cx="3842054" cy="384205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2402837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-2348669" y="5143500"/>
            <a:ext cx="6754738" cy="675473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369173" y="8368173"/>
            <a:ext cx="1918827" cy="1918827"/>
          </a:xfrm>
          <a:custGeom>
            <a:avLst/>
            <a:gdLst/>
            <a:ahLst/>
            <a:cxnLst/>
            <a:rect r="r" b="b" t="t" l="l"/>
            <a:pathLst>
              <a:path h="1918827" w="1918827">
                <a:moveTo>
                  <a:pt x="0" y="0"/>
                </a:moveTo>
                <a:lnTo>
                  <a:pt x="1918827" y="0"/>
                </a:lnTo>
                <a:lnTo>
                  <a:pt x="1918827" y="1918827"/>
                </a:lnTo>
                <a:lnTo>
                  <a:pt x="0" y="1918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86291" y="3311946"/>
            <a:ext cx="16069638" cy="4870043"/>
            <a:chOff x="0" y="0"/>
            <a:chExt cx="21426184" cy="64933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449054" y="0"/>
              <a:ext cx="5953109" cy="6493391"/>
            </a:xfrm>
            <a:custGeom>
              <a:avLst/>
              <a:gdLst/>
              <a:ahLst/>
              <a:cxnLst/>
              <a:rect r="r" b="b" t="t" l="l"/>
              <a:pathLst>
                <a:path h="6493391" w="5953109">
                  <a:moveTo>
                    <a:pt x="0" y="0"/>
                  </a:moveTo>
                  <a:lnTo>
                    <a:pt x="5953108" y="0"/>
                  </a:lnTo>
                  <a:lnTo>
                    <a:pt x="5953108" y="6493391"/>
                  </a:lnTo>
                  <a:lnTo>
                    <a:pt x="0" y="6493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402162" y="0"/>
              <a:ext cx="9024021" cy="6493391"/>
            </a:xfrm>
            <a:custGeom>
              <a:avLst/>
              <a:gdLst/>
              <a:ahLst/>
              <a:cxnLst/>
              <a:rect r="r" b="b" t="t" l="l"/>
              <a:pathLst>
                <a:path h="6493391" w="9024021">
                  <a:moveTo>
                    <a:pt x="0" y="0"/>
                  </a:moveTo>
                  <a:lnTo>
                    <a:pt x="9024022" y="0"/>
                  </a:lnTo>
                  <a:lnTo>
                    <a:pt x="9024022" y="6493391"/>
                  </a:lnTo>
                  <a:lnTo>
                    <a:pt x="0" y="6493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9" t="0" r="-31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49054" cy="6493391"/>
            </a:xfrm>
            <a:custGeom>
              <a:avLst/>
              <a:gdLst/>
              <a:ahLst/>
              <a:cxnLst/>
              <a:rect r="r" b="b" t="t" l="l"/>
              <a:pathLst>
                <a:path h="6493391" w="6449054">
                  <a:moveTo>
                    <a:pt x="0" y="0"/>
                  </a:moveTo>
                  <a:lnTo>
                    <a:pt x="6449054" y="0"/>
                  </a:lnTo>
                  <a:lnTo>
                    <a:pt x="6449054" y="6493391"/>
                  </a:lnTo>
                  <a:lnTo>
                    <a:pt x="0" y="6493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55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625630" y="866775"/>
            <a:ext cx="5036741" cy="151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 début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3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3869" y="-1439217"/>
            <a:ext cx="3842054" cy="384205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2402837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-2348669" y="5143500"/>
            <a:ext cx="6754738" cy="675473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369173" y="8368173"/>
            <a:ext cx="1918827" cy="1918827"/>
          </a:xfrm>
          <a:custGeom>
            <a:avLst/>
            <a:gdLst/>
            <a:ahLst/>
            <a:cxnLst/>
            <a:rect r="r" b="b" t="t" l="l"/>
            <a:pathLst>
              <a:path h="1918827" w="1918827">
                <a:moveTo>
                  <a:pt x="0" y="0"/>
                </a:moveTo>
                <a:lnTo>
                  <a:pt x="1918827" y="0"/>
                </a:lnTo>
                <a:lnTo>
                  <a:pt x="1918827" y="1918827"/>
                </a:lnTo>
                <a:lnTo>
                  <a:pt x="0" y="1918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02205" y="3111987"/>
            <a:ext cx="3791349" cy="5834320"/>
          </a:xfrm>
          <a:custGeom>
            <a:avLst/>
            <a:gdLst/>
            <a:ahLst/>
            <a:cxnLst/>
            <a:rect r="r" b="b" t="t" l="l"/>
            <a:pathLst>
              <a:path h="5834320" w="3791349">
                <a:moveTo>
                  <a:pt x="0" y="0"/>
                </a:moveTo>
                <a:lnTo>
                  <a:pt x="3791350" y="0"/>
                </a:lnTo>
                <a:lnTo>
                  <a:pt x="3791350" y="5834320"/>
                </a:lnTo>
                <a:lnTo>
                  <a:pt x="0" y="5834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385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494445" y="3111987"/>
            <a:ext cx="3791349" cy="5834320"/>
          </a:xfrm>
          <a:custGeom>
            <a:avLst/>
            <a:gdLst/>
            <a:ahLst/>
            <a:cxnLst/>
            <a:rect r="r" b="b" t="t" l="l"/>
            <a:pathLst>
              <a:path h="5834320" w="3791349">
                <a:moveTo>
                  <a:pt x="0" y="0"/>
                </a:moveTo>
                <a:lnTo>
                  <a:pt x="3791350" y="0"/>
                </a:lnTo>
                <a:lnTo>
                  <a:pt x="3791350" y="5834320"/>
                </a:lnTo>
                <a:lnTo>
                  <a:pt x="0" y="583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98" t="0" r="-8901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87484" y="866775"/>
            <a:ext cx="14313032" cy="151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II/Le premier jet de code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1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3869" y="-1439217"/>
            <a:ext cx="3842054" cy="384205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348669" y="5143500"/>
            <a:ext cx="6754738" cy="675473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369173" y="8368173"/>
            <a:ext cx="1918827" cy="1918827"/>
          </a:xfrm>
          <a:custGeom>
            <a:avLst/>
            <a:gdLst/>
            <a:ahLst/>
            <a:cxnLst/>
            <a:rect r="r" b="b" t="t" l="l"/>
            <a:pathLst>
              <a:path h="1918827" w="1918827">
                <a:moveTo>
                  <a:pt x="0" y="0"/>
                </a:moveTo>
                <a:lnTo>
                  <a:pt x="1918827" y="0"/>
                </a:lnTo>
                <a:lnTo>
                  <a:pt x="1918827" y="1918827"/>
                </a:lnTo>
                <a:lnTo>
                  <a:pt x="0" y="1918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0"/>
            <a:ext cx="5159523" cy="10287000"/>
          </a:xfrm>
          <a:custGeom>
            <a:avLst/>
            <a:gdLst/>
            <a:ahLst/>
            <a:cxnLst/>
            <a:rect r="r" b="b" t="t" l="l"/>
            <a:pathLst>
              <a:path h="10287000" w="5159523">
                <a:moveTo>
                  <a:pt x="0" y="0"/>
                </a:moveTo>
                <a:lnTo>
                  <a:pt x="5159523" y="0"/>
                </a:lnTo>
                <a:lnTo>
                  <a:pt x="51595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90356" y="0"/>
            <a:ext cx="4497644" cy="10287000"/>
          </a:xfrm>
          <a:custGeom>
            <a:avLst/>
            <a:gdLst/>
            <a:ahLst/>
            <a:cxnLst/>
            <a:rect r="r" b="b" t="t" l="l"/>
            <a:pathLst>
              <a:path h="10287000" w="4497644">
                <a:moveTo>
                  <a:pt x="0" y="0"/>
                </a:moveTo>
                <a:lnTo>
                  <a:pt x="4497644" y="0"/>
                </a:lnTo>
                <a:lnTo>
                  <a:pt x="449764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59523" y="3278831"/>
            <a:ext cx="8630832" cy="6048755"/>
          </a:xfrm>
          <a:custGeom>
            <a:avLst/>
            <a:gdLst/>
            <a:ahLst/>
            <a:cxnLst/>
            <a:rect r="r" b="b" t="t" l="l"/>
            <a:pathLst>
              <a:path h="6048755" w="8630832">
                <a:moveTo>
                  <a:pt x="0" y="0"/>
                </a:moveTo>
                <a:lnTo>
                  <a:pt x="8630833" y="0"/>
                </a:lnTo>
                <a:lnTo>
                  <a:pt x="8630833" y="6048755"/>
                </a:lnTo>
                <a:lnTo>
                  <a:pt x="0" y="60487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5897880" y="2402837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7655917" y="866775"/>
            <a:ext cx="2976166" cy="151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 V1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3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3869" y="-1439217"/>
            <a:ext cx="3842054" cy="384205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348669" y="5143500"/>
            <a:ext cx="6754738" cy="675473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369173" y="8368173"/>
            <a:ext cx="1918827" cy="1918827"/>
          </a:xfrm>
          <a:custGeom>
            <a:avLst/>
            <a:gdLst/>
            <a:ahLst/>
            <a:cxnLst/>
            <a:rect r="r" b="b" t="t" l="l"/>
            <a:pathLst>
              <a:path h="1918827" w="1918827">
                <a:moveTo>
                  <a:pt x="0" y="0"/>
                </a:moveTo>
                <a:lnTo>
                  <a:pt x="1918827" y="0"/>
                </a:lnTo>
                <a:lnTo>
                  <a:pt x="1918827" y="1918827"/>
                </a:lnTo>
                <a:lnTo>
                  <a:pt x="0" y="1918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5897880" y="2402837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3514070" y="0"/>
            <a:ext cx="4773930" cy="10273992"/>
          </a:xfrm>
          <a:custGeom>
            <a:avLst/>
            <a:gdLst/>
            <a:ahLst/>
            <a:cxnLst/>
            <a:rect r="r" b="b" t="t" l="l"/>
            <a:pathLst>
              <a:path h="10273992" w="4773930">
                <a:moveTo>
                  <a:pt x="0" y="0"/>
                </a:moveTo>
                <a:lnTo>
                  <a:pt x="4773930" y="0"/>
                </a:lnTo>
                <a:lnTo>
                  <a:pt x="4773930" y="10273992"/>
                </a:lnTo>
                <a:lnTo>
                  <a:pt x="0" y="102739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52545" y="3480850"/>
            <a:ext cx="4161525" cy="5631092"/>
          </a:xfrm>
          <a:custGeom>
            <a:avLst/>
            <a:gdLst/>
            <a:ahLst/>
            <a:cxnLst/>
            <a:rect r="r" b="b" t="t" l="l"/>
            <a:pathLst>
              <a:path h="5631092" w="4161525">
                <a:moveTo>
                  <a:pt x="0" y="0"/>
                </a:moveTo>
                <a:lnTo>
                  <a:pt x="4161525" y="0"/>
                </a:lnTo>
                <a:lnTo>
                  <a:pt x="4161525" y="5631092"/>
                </a:lnTo>
                <a:lnTo>
                  <a:pt x="0" y="5631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4" t="0" r="-87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4773930" cy="10317849"/>
          </a:xfrm>
          <a:custGeom>
            <a:avLst/>
            <a:gdLst/>
            <a:ahLst/>
            <a:cxnLst/>
            <a:rect r="r" b="b" t="t" l="l"/>
            <a:pathLst>
              <a:path h="10317849" w="4773930">
                <a:moveTo>
                  <a:pt x="0" y="0"/>
                </a:moveTo>
                <a:lnTo>
                  <a:pt x="4773930" y="0"/>
                </a:lnTo>
                <a:lnTo>
                  <a:pt x="4773930" y="10317849"/>
                </a:lnTo>
                <a:lnTo>
                  <a:pt x="0" y="103178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700946" y="3480850"/>
            <a:ext cx="4637296" cy="5644100"/>
          </a:xfrm>
          <a:custGeom>
            <a:avLst/>
            <a:gdLst/>
            <a:ahLst/>
            <a:cxnLst/>
            <a:rect r="r" b="b" t="t" l="l"/>
            <a:pathLst>
              <a:path h="5644100" w="4637296">
                <a:moveTo>
                  <a:pt x="0" y="0"/>
                </a:moveTo>
                <a:lnTo>
                  <a:pt x="4637296" y="0"/>
                </a:lnTo>
                <a:lnTo>
                  <a:pt x="4637296" y="5644100"/>
                </a:lnTo>
                <a:lnTo>
                  <a:pt x="0" y="56441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001" t="0" r="-4001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019594" y="866775"/>
            <a:ext cx="4248812" cy="151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 final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1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3869" y="-1439217"/>
            <a:ext cx="3842054" cy="384205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2402837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-2348669" y="5143500"/>
            <a:ext cx="6754738" cy="675473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369173" y="8368173"/>
            <a:ext cx="1918827" cy="1918827"/>
          </a:xfrm>
          <a:custGeom>
            <a:avLst/>
            <a:gdLst/>
            <a:ahLst/>
            <a:cxnLst/>
            <a:rect r="r" b="b" t="t" l="l"/>
            <a:pathLst>
              <a:path h="1918827" w="1918827">
                <a:moveTo>
                  <a:pt x="0" y="0"/>
                </a:moveTo>
                <a:lnTo>
                  <a:pt x="1918827" y="0"/>
                </a:lnTo>
                <a:lnTo>
                  <a:pt x="1918827" y="1918827"/>
                </a:lnTo>
                <a:lnTo>
                  <a:pt x="0" y="1918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131826" y="2931600"/>
            <a:ext cx="3532107" cy="5589269"/>
          </a:xfrm>
          <a:custGeom>
            <a:avLst/>
            <a:gdLst/>
            <a:ahLst/>
            <a:cxnLst/>
            <a:rect r="r" b="b" t="t" l="l"/>
            <a:pathLst>
              <a:path h="5589269" w="3532107">
                <a:moveTo>
                  <a:pt x="0" y="0"/>
                </a:moveTo>
                <a:lnTo>
                  <a:pt x="3532108" y="0"/>
                </a:lnTo>
                <a:lnTo>
                  <a:pt x="3532108" y="5589269"/>
                </a:lnTo>
                <a:lnTo>
                  <a:pt x="0" y="55892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426323" y="2931600"/>
            <a:ext cx="3927594" cy="5589269"/>
          </a:xfrm>
          <a:custGeom>
            <a:avLst/>
            <a:gdLst/>
            <a:ahLst/>
            <a:cxnLst/>
            <a:rect r="r" b="b" t="t" l="l"/>
            <a:pathLst>
              <a:path h="5589269" w="3927594">
                <a:moveTo>
                  <a:pt x="0" y="0"/>
                </a:moveTo>
                <a:lnTo>
                  <a:pt x="3927594" y="0"/>
                </a:lnTo>
                <a:lnTo>
                  <a:pt x="3927594" y="5589269"/>
                </a:lnTo>
                <a:lnTo>
                  <a:pt x="0" y="558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318456" y="866775"/>
            <a:ext cx="7651089" cy="151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III/Le moteur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3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3869" y="-1439217"/>
            <a:ext cx="3842054" cy="384205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348669" y="5143500"/>
            <a:ext cx="6754738" cy="675473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369173" y="8368173"/>
            <a:ext cx="1918827" cy="1918827"/>
          </a:xfrm>
          <a:custGeom>
            <a:avLst/>
            <a:gdLst/>
            <a:ahLst/>
            <a:cxnLst/>
            <a:rect r="r" b="b" t="t" l="l"/>
            <a:pathLst>
              <a:path h="1918827" w="1918827">
                <a:moveTo>
                  <a:pt x="0" y="0"/>
                </a:moveTo>
                <a:lnTo>
                  <a:pt x="1918827" y="0"/>
                </a:lnTo>
                <a:lnTo>
                  <a:pt x="1918827" y="1918827"/>
                </a:lnTo>
                <a:lnTo>
                  <a:pt x="0" y="1918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1028700"/>
            <a:ext cx="3215713" cy="8229600"/>
          </a:xfrm>
          <a:custGeom>
            <a:avLst/>
            <a:gdLst/>
            <a:ahLst/>
            <a:cxnLst/>
            <a:rect r="r" b="b" t="t" l="l"/>
            <a:pathLst>
              <a:path h="8229600" w="3215713">
                <a:moveTo>
                  <a:pt x="0" y="0"/>
                </a:moveTo>
                <a:lnTo>
                  <a:pt x="3215713" y="0"/>
                </a:lnTo>
                <a:lnTo>
                  <a:pt x="32157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5897880" y="2402837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0513742" y="5842155"/>
            <a:ext cx="5855430" cy="3096059"/>
          </a:xfrm>
          <a:custGeom>
            <a:avLst/>
            <a:gdLst/>
            <a:ahLst/>
            <a:cxnLst/>
            <a:rect r="r" b="b" t="t" l="l"/>
            <a:pathLst>
              <a:path h="3096059" w="5855430">
                <a:moveTo>
                  <a:pt x="0" y="0"/>
                </a:moveTo>
                <a:lnTo>
                  <a:pt x="5855431" y="0"/>
                </a:lnTo>
                <a:lnTo>
                  <a:pt x="5855431" y="3096058"/>
                </a:lnTo>
                <a:lnTo>
                  <a:pt x="0" y="30960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81498" y="866775"/>
            <a:ext cx="12725004" cy="151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Pourquoi un moteur 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75415" y="4229726"/>
            <a:ext cx="9537171" cy="120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FDFC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° Créer des outils pour faciliter la création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DFC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 jeu pour les developpeurs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1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3869" y="-1439217"/>
            <a:ext cx="3842054" cy="384205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2402837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-2348669" y="5143500"/>
            <a:ext cx="6754738" cy="675473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369173" y="8368173"/>
            <a:ext cx="1918827" cy="1918827"/>
          </a:xfrm>
          <a:custGeom>
            <a:avLst/>
            <a:gdLst/>
            <a:ahLst/>
            <a:cxnLst/>
            <a:rect r="r" b="b" t="t" l="l"/>
            <a:pathLst>
              <a:path h="1918827" w="1918827">
                <a:moveTo>
                  <a:pt x="0" y="0"/>
                </a:moveTo>
                <a:lnTo>
                  <a:pt x="1918827" y="0"/>
                </a:lnTo>
                <a:lnTo>
                  <a:pt x="1918827" y="1918827"/>
                </a:lnTo>
                <a:lnTo>
                  <a:pt x="0" y="1918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846664" y="3164890"/>
            <a:ext cx="8739259" cy="5614974"/>
          </a:xfrm>
          <a:custGeom>
            <a:avLst/>
            <a:gdLst/>
            <a:ahLst/>
            <a:cxnLst/>
            <a:rect r="r" b="b" t="t" l="l"/>
            <a:pathLst>
              <a:path h="5614974" w="8739259">
                <a:moveTo>
                  <a:pt x="0" y="0"/>
                </a:moveTo>
                <a:lnTo>
                  <a:pt x="8739259" y="0"/>
                </a:lnTo>
                <a:lnTo>
                  <a:pt x="8739259" y="5614974"/>
                </a:lnTo>
                <a:lnTo>
                  <a:pt x="0" y="5614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845447" y="866775"/>
            <a:ext cx="8597106" cy="151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IV/L’utilisation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02780" y="3901177"/>
            <a:ext cx="5285333" cy="131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 developpeur créé sa classe en la faisant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hérité des outils dont il a besoin.</a:t>
            </a:r>
          </a:p>
          <a:p>
            <a:pPr algn="ctr">
              <a:lnSpc>
                <a:spcPts val="2659"/>
              </a:lnSpc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Puis il doit l’implémenter.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4845447" y="5214992"/>
            <a:ext cx="3001217" cy="75738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3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3869" y="-1439217"/>
            <a:ext cx="3842054" cy="384205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348669" y="5143500"/>
            <a:ext cx="6754738" cy="675473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369173" y="8368173"/>
            <a:ext cx="1918827" cy="1918827"/>
          </a:xfrm>
          <a:custGeom>
            <a:avLst/>
            <a:gdLst/>
            <a:ahLst/>
            <a:cxnLst/>
            <a:rect r="r" b="b" t="t" l="l"/>
            <a:pathLst>
              <a:path h="1918827" w="1918827">
                <a:moveTo>
                  <a:pt x="0" y="0"/>
                </a:moveTo>
                <a:lnTo>
                  <a:pt x="1918827" y="0"/>
                </a:lnTo>
                <a:lnTo>
                  <a:pt x="1918827" y="1918827"/>
                </a:lnTo>
                <a:lnTo>
                  <a:pt x="0" y="1918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64052" y="0"/>
            <a:ext cx="7902596" cy="10287000"/>
          </a:xfrm>
          <a:custGeom>
            <a:avLst/>
            <a:gdLst/>
            <a:ahLst/>
            <a:cxnLst/>
            <a:rect r="r" b="b" t="t" l="l"/>
            <a:pathLst>
              <a:path h="10287000" w="7902596">
                <a:moveTo>
                  <a:pt x="0" y="0"/>
                </a:moveTo>
                <a:lnTo>
                  <a:pt x="7902596" y="0"/>
                </a:lnTo>
                <a:lnTo>
                  <a:pt x="79025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02234" y="3683145"/>
            <a:ext cx="5427398" cy="98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Il créé alors dans le main une entity du type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 sa classe, et la push dans la scene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qu’il désire.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4815933" y="4663585"/>
            <a:ext cx="3067101" cy="14929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1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3869" y="-1439217"/>
            <a:ext cx="3842054" cy="384205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348669" y="5143500"/>
            <a:ext cx="6754738" cy="675473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369173" y="8368173"/>
            <a:ext cx="1918827" cy="1918827"/>
          </a:xfrm>
          <a:custGeom>
            <a:avLst/>
            <a:gdLst/>
            <a:ahLst/>
            <a:cxnLst/>
            <a:rect r="r" b="b" t="t" l="l"/>
            <a:pathLst>
              <a:path h="1918827" w="1918827">
                <a:moveTo>
                  <a:pt x="0" y="0"/>
                </a:moveTo>
                <a:lnTo>
                  <a:pt x="1918827" y="0"/>
                </a:lnTo>
                <a:lnTo>
                  <a:pt x="1918827" y="1918827"/>
                </a:lnTo>
                <a:lnTo>
                  <a:pt x="0" y="1918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5897880" y="2402837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2549790" y="866775"/>
            <a:ext cx="13188421" cy="151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Les choses à améliorer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13002" y="3446922"/>
            <a:ext cx="10261997" cy="430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FDFC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° Une meilleur implémentation de la musique</a:t>
            </a:r>
          </a:p>
          <a:p>
            <a:pPr algn="ctr">
              <a:lnSpc>
                <a:spcPts val="4899"/>
              </a:lnSpc>
            </a:pPr>
          </a:p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FDFC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° Des classes à améliorer</a:t>
            </a:r>
          </a:p>
          <a:p>
            <a:pPr algn="ctr">
              <a:lnSpc>
                <a:spcPts val="4899"/>
              </a:lnSpc>
            </a:pPr>
          </a:p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FDFC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° Une meilleure lisibilité</a:t>
            </a:r>
          </a:p>
          <a:p>
            <a:pPr algn="ctr">
              <a:lnSpc>
                <a:spcPts val="4899"/>
              </a:lnSpc>
            </a:pP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DFCF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° Mettre de l’ordre dans les classes</a:t>
            </a: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3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3869" y="-1439217"/>
            <a:ext cx="3842054" cy="384205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348669" y="5143500"/>
            <a:ext cx="6754738" cy="675473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743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381561" y="381061"/>
            <a:ext cx="9524878" cy="9524878"/>
          </a:xfrm>
          <a:custGeom>
            <a:avLst/>
            <a:gdLst/>
            <a:ahLst/>
            <a:cxnLst/>
            <a:rect r="r" b="b" t="t" l="l"/>
            <a:pathLst>
              <a:path h="9524878" w="9524878">
                <a:moveTo>
                  <a:pt x="0" y="0"/>
                </a:moveTo>
                <a:lnTo>
                  <a:pt x="9524878" y="0"/>
                </a:lnTo>
                <a:lnTo>
                  <a:pt x="9524878" y="9524878"/>
                </a:lnTo>
                <a:lnTo>
                  <a:pt x="0" y="9524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DAG_KEuB_mI</dc:identifier>
  <dcterms:modified xsi:type="dcterms:W3CDTF">2011-08-01T06:04:30Z</dcterms:modified>
  <cp:revision>1</cp:revision>
  <dc:title>SAUMON engine</dc:title>
</cp:coreProperties>
</file>